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930" y="31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4343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2848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8257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5290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818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124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770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7316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7231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337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8068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401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400"/>
              <a:t>FACE RECOGNITION ATTENDANCE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By: Akula Sindhu</a:t>
            </a:r>
          </a:p>
          <a:p>
            <a:r>
              <a:t>B.Tech CSE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Times New Roman"/>
              </a:rPr>
              <a:t>Introduction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45569D-6841-87F8-7727-1462EDFD0BA0}"/>
              </a:ext>
            </a:extLst>
          </p:cNvPr>
          <p:cNvSpPr txBox="1"/>
          <p:nvPr/>
        </p:nvSpPr>
        <p:spPr>
          <a:xfrm>
            <a:off x="1443491" y="2164080"/>
            <a:ext cx="475507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Recognition Attendance System is an AI-based automation project that detects and recognizes human faces using a webcam and automatically records attendance in a CSV file.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eliminates manual entry, improves accuracy, and provides contactless attendance.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0B97CE9-508D-BAE6-ACD1-105B54BAF8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661" y="4247359"/>
            <a:ext cx="2103120" cy="1363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9B8330EA-ED70-2172-7C20-116DDCE7F3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1458" y="4247360"/>
            <a:ext cx="2519764" cy="1363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E9DF4835-6FC8-D04C-95A1-F177D09301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8860" y="4228731"/>
            <a:ext cx="2519765" cy="1287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1120" y="804672"/>
            <a:ext cx="6673715" cy="902207"/>
          </a:xfrm>
        </p:spPr>
        <p:txBody>
          <a:bodyPr/>
          <a:lstStyle/>
          <a:p>
            <a:r>
              <a:rPr lang="en-US" sz="2800" b="1" dirty="0">
                <a:latin typeface="Times New Roman"/>
              </a:rPr>
              <a:t>Problem statement</a:t>
            </a:r>
            <a:endParaRPr sz="2800" b="1" dirty="0">
              <a:latin typeface="Times New Roman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ECDE45-74DC-8D46-A8C9-75D2AA928B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2399" y="2153265"/>
            <a:ext cx="8319485" cy="3313081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attendance systems have multiple issues: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 manual process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chances of proxy attendance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physical signatures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maintain accuracy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suitable for large groups</a:t>
            </a:r>
          </a:p>
          <a:p>
            <a:endParaRPr lang="en-IN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B3F4C6B-690F-14C0-7048-6D26679CB3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7977" y="2775163"/>
            <a:ext cx="2086617" cy="1795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99A0B624-4009-DE0C-9973-C4EB3D2288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5756" y="2829045"/>
            <a:ext cx="2339163" cy="1633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latin typeface="Times New Roman"/>
              </a:rPr>
              <a:t>objectives</a:t>
            </a:r>
            <a:endParaRPr sz="2800" b="1" dirty="0">
              <a:latin typeface="Times New Roman"/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45AD81FC-FF50-9A88-45C0-2F0FC939F5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80288" y="2271546"/>
            <a:ext cx="482453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 faces in real-time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Recognize registered users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mark Name, Date &amp; Time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Prevent duplicate entries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an accurate and contactless system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B1406803-FFB1-F3B2-6B40-E0B1A72A4C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252" y="3999545"/>
            <a:ext cx="1730477" cy="1477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EBE1C97A-6330-276C-B613-0ABEC0699E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0852" y="3999545"/>
            <a:ext cx="1956619" cy="1477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1643CFC8-BB17-3217-EC31-B0FF6CA3E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9252" y="3999544"/>
            <a:ext cx="2223634" cy="1477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latin typeface="Times New Roman"/>
              </a:rPr>
              <a:t>Technologies used</a:t>
            </a:r>
            <a:endParaRPr sz="2800" b="1" dirty="0">
              <a:latin typeface="Times New Roman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264F83D-A52A-B61D-67F8-D7FEE779CE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74264" y="2237711"/>
            <a:ext cx="4504744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 3.12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image processing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numerical operations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storing attendance in CSV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Haar Cascade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face detection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LBPH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face recognition algorithm</a:t>
            </a:r>
          </a:p>
        </p:txBody>
      </p:sp>
      <p:pic>
        <p:nvPicPr>
          <p:cNvPr id="4099" name="Picture 3">
            <a:extLst>
              <a:ext uri="{FF2B5EF4-FFF2-40B4-BE49-F238E27FC236}">
                <a16:creationId xmlns:a16="http://schemas.microsoft.com/office/drawing/2014/main" id="{D4AE4631-AC59-31A7-6F97-6C743B9F78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782" y="4375993"/>
            <a:ext cx="2413999" cy="1248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1" name="Picture 5">
            <a:extLst>
              <a:ext uri="{FF2B5EF4-FFF2-40B4-BE49-F238E27FC236}">
                <a16:creationId xmlns:a16="http://schemas.microsoft.com/office/drawing/2014/main" id="{A77EC97E-2FCC-B1B1-48CD-959837802F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9252" y="2485823"/>
            <a:ext cx="2834148" cy="3075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5361" y="1853755"/>
            <a:ext cx="7039474" cy="3612591"/>
          </a:xfrm>
        </p:spPr>
        <p:txBody>
          <a:bodyPr/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process: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1️⃣ Camera captures live video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2️⃣ Haar Cascade detects the face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3️⃣ Face ROI is extracted &amp; resized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4️⃣ LBPH model predicts the identity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5️⃣ Attendance saved into CSV</a:t>
            </a:r>
          </a:p>
          <a:p>
            <a:endParaRPr sz="2000" dirty="0">
              <a:latin typeface="Times New Roman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E93F270-B5A4-FCAD-AE43-CB2FD7C37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workflow</a:t>
            </a:r>
            <a:endParaRPr lang="en-IN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26D104B0-8FDD-F2C3-C3BF-BF71267BD2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555" y="4219626"/>
            <a:ext cx="1766658" cy="1246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09743022-7B44-469C-0F6F-A5B603BA0C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4250" y="4219626"/>
            <a:ext cx="2901696" cy="1216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4A1094DA-6AEB-4A55-BF2E-86F290B5D3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5767" y="4027605"/>
            <a:ext cx="2222091" cy="1438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latin typeface="Times New Roman"/>
              </a:rPr>
              <a:t>Dataset collection</a:t>
            </a:r>
            <a:endParaRPr sz="2800" b="1" dirty="0">
              <a:latin typeface="Times New Roman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629CAD1-7CCE-7B38-94FC-7B71636C69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0832" y="2037035"/>
            <a:ext cx="7331861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user must provide 100–150 face images from different angles: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Left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Right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Down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helps improve accuracy and makes recognition strong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7" name="Picture 3">
            <a:extLst>
              <a:ext uri="{FF2B5EF4-FFF2-40B4-BE49-F238E27FC236}">
                <a16:creationId xmlns:a16="http://schemas.microsoft.com/office/drawing/2014/main" id="{CC8B0AB8-8870-BB34-FD08-80D9891C9B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832" y="4590722"/>
            <a:ext cx="3035808" cy="1285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9" name="Picture 5">
            <a:extLst>
              <a:ext uri="{FF2B5EF4-FFF2-40B4-BE49-F238E27FC236}">
                <a16:creationId xmlns:a16="http://schemas.microsoft.com/office/drawing/2014/main" id="{3EF2D10B-1A23-1B0C-81FC-543B5B0F0B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5997" y="4528638"/>
            <a:ext cx="3478838" cy="1347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7022380-1603-D86B-4929-799E5545E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Face detection</a:t>
            </a:r>
            <a:endParaRPr lang="en-IN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933ED327-0BB9-883B-D72A-5DDE73B65B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7137" y="2161717"/>
            <a:ext cx="472655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Converts video frame → grayscale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Haar Cascade detects face boundaries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Draws a rectangle around detected faces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Extracts ROI (Region of Interest)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3" name="Picture 5">
            <a:extLst>
              <a:ext uri="{FF2B5EF4-FFF2-40B4-BE49-F238E27FC236}">
                <a16:creationId xmlns:a16="http://schemas.microsoft.com/office/drawing/2014/main" id="{75EF6C09-B219-9392-7871-B338D55323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853" y="3916043"/>
            <a:ext cx="2602611" cy="1680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5" name="Picture 7">
            <a:extLst>
              <a:ext uri="{FF2B5EF4-FFF2-40B4-BE49-F238E27FC236}">
                <a16:creationId xmlns:a16="http://schemas.microsoft.com/office/drawing/2014/main" id="{4A5807E4-B02B-CF3B-A2BD-2684FA8CA0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5538" y="3842475"/>
            <a:ext cx="3048000" cy="1754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7" name="Picture 9">
            <a:extLst>
              <a:ext uri="{FF2B5EF4-FFF2-40B4-BE49-F238E27FC236}">
                <a16:creationId xmlns:a16="http://schemas.microsoft.com/office/drawing/2014/main" id="{4EAFD61C-F26D-2B17-37D1-8AED8F4B72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6584" y="3854464"/>
            <a:ext cx="1238250" cy="1742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7551" y="2036064"/>
            <a:ext cx="7027283" cy="3430282"/>
          </a:xfrm>
        </p:spPr>
        <p:txBody>
          <a:bodyPr/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training program: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Reads face images from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folder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Extracts labels (names)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Trains LBPH recognizer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model as: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trained_model.yml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labels.npy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sz="2000" dirty="0">
              <a:latin typeface="Times New Roman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6ABD381-97D7-5D9E-7F00-795A11F31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training process</a:t>
            </a:r>
            <a:endParaRPr lang="en-IN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DB6643BF-C718-F36D-D2A4-72BDC79961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9408" y="2902990"/>
            <a:ext cx="2757107" cy="1883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latin typeface="Times New Roman"/>
              </a:rPr>
              <a:t>Real-time face recognition</a:t>
            </a:r>
            <a:endParaRPr sz="2800" b="1" dirty="0">
              <a:latin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7552" y="2015733"/>
            <a:ext cx="7766303" cy="3556011"/>
          </a:xfrm>
        </p:spPr>
        <p:txBody>
          <a:bodyPr/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model is run: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 opens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face in frame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 the user name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name on video screen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Marks attendance automatically</a:t>
            </a:r>
          </a:p>
          <a:p>
            <a:endParaRPr sz="2000" dirty="0">
              <a:latin typeface="Times New Roman"/>
            </a:endParaRP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D70C0A49-D0A0-CF2C-3309-0DA23B30C0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6528" y="2328672"/>
            <a:ext cx="3767328" cy="2675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latin typeface="Times New Roman"/>
              </a:rPr>
              <a:t>Attendance </a:t>
            </a:r>
            <a:r>
              <a:rPr sz="2800" b="1" dirty="0">
                <a:latin typeface="Times New Roman"/>
              </a:rPr>
              <a:t>s</a:t>
            </a:r>
            <a:r>
              <a:rPr lang="en-US" sz="2800" b="1" dirty="0">
                <a:latin typeface="Times New Roman"/>
              </a:rPr>
              <a:t>ystem output</a:t>
            </a:r>
            <a:endParaRPr sz="2800" b="1" dirty="0">
              <a:latin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flipH="1">
            <a:off x="1388925" y="2025570"/>
            <a:ext cx="7164766" cy="2978676"/>
          </a:xfrm>
        </p:spPr>
        <p:txBody>
          <a:bodyPr/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is stored in a CSV file with: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CSV:</a:t>
            </a:r>
          </a:p>
          <a:p>
            <a:endParaRPr sz="2000" dirty="0">
              <a:latin typeface="Times New Roman"/>
            </a:endParaRPr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074D2B3C-4386-30BA-A7D5-0951ED1EC42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1161288" cy="1161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CSV attendance file Sample | Download Scientific Diagram">
            <a:extLst>
              <a:ext uri="{FF2B5EF4-FFF2-40B4-BE49-F238E27FC236}">
                <a16:creationId xmlns:a16="http://schemas.microsoft.com/office/drawing/2014/main" id="{2F147E35-6B2B-786A-99DB-37751081043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323F030F-2442-A6E7-6225-B9025206325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C0F603B4-D7BC-D4BD-D97A-F76364BDA61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3581400"/>
            <a:ext cx="304800" cy="70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AutoShape 10">
            <a:extLst>
              <a:ext uri="{FF2B5EF4-FFF2-40B4-BE49-F238E27FC236}">
                <a16:creationId xmlns:a16="http://schemas.microsoft.com/office/drawing/2014/main" id="{6D10BC8B-EBF2-9B8D-B699-67A7CC143F0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13769C3-1A97-A05E-3D3D-BF6ADCC06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</a:t>
            </a:r>
            <a:endParaRPr lang="en-IN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A835A84-27AD-ED3A-1A35-C0BA5048CF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42664" y="2202082"/>
            <a:ext cx="7153154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Schools &amp; Colleges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Offices &amp; Workplaces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Laboratories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Hostels &amp; PGs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Access Control</a:t>
            </a:r>
          </a:p>
        </p:txBody>
      </p:sp>
      <p:pic>
        <p:nvPicPr>
          <p:cNvPr id="11267" name="Picture 3">
            <a:extLst>
              <a:ext uri="{FF2B5EF4-FFF2-40B4-BE49-F238E27FC236}">
                <a16:creationId xmlns:a16="http://schemas.microsoft.com/office/drawing/2014/main" id="{03358CA0-4FAE-5F6B-8DEA-F947ADEBCD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5396" y="2202082"/>
            <a:ext cx="3699438" cy="1971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45C91-38F0-A970-7A3A-6BE9C973E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enhancements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982FBF6-45BB-C123-D0E5-131C481870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43491" y="2772504"/>
            <a:ext cx="552446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FaceNet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Dlib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CNN)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Anti-spoofing (detects photos/videos)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Cloud-based attendance database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Mobile app integration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Live dashboard for faculty</a:t>
            </a:r>
          </a:p>
        </p:txBody>
      </p:sp>
    </p:spTree>
    <p:extLst>
      <p:ext uri="{BB962C8B-B14F-4D97-AF65-F5344CB8AC3E}">
        <p14:creationId xmlns:p14="http://schemas.microsoft.com/office/powerpoint/2010/main" val="42741398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8F65E-3807-D5F6-7A78-6A95F9A9C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3F170-2326-79F5-52B9-166E0788F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Face Recognition Attendance System is a fast, secure, and contactless AI system that improves efficiency and eliminates manual errors.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ideal for modern classrooms and offices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0804397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61</TotalTime>
  <Words>383</Words>
  <Application>Microsoft Office PowerPoint</Application>
  <PresentationFormat>On-screen Show (4:3)</PresentationFormat>
  <Paragraphs>75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Gill Sans MT</vt:lpstr>
      <vt:lpstr>Times New Roman</vt:lpstr>
      <vt:lpstr>Gallery</vt:lpstr>
      <vt:lpstr>FACE RECOGNITION ATTENDANCE SYSTEM</vt:lpstr>
      <vt:lpstr>Introduction</vt:lpstr>
      <vt:lpstr>Problem statement</vt:lpstr>
      <vt:lpstr>objectives</vt:lpstr>
      <vt:lpstr>Technologies used</vt:lpstr>
      <vt:lpstr>System workflow</vt:lpstr>
      <vt:lpstr>Dataset collection</vt:lpstr>
      <vt:lpstr>Face detection</vt:lpstr>
      <vt:lpstr>Model training process</vt:lpstr>
      <vt:lpstr>Real-time face recognition</vt:lpstr>
      <vt:lpstr>Attendance system output</vt:lpstr>
      <vt:lpstr>applications</vt:lpstr>
      <vt:lpstr>Future enhancements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akula sindhu</dc:creator>
  <cp:keywords/>
  <dc:description>generated using python-pptx</dc:description>
  <cp:lastModifiedBy>akula sindhu</cp:lastModifiedBy>
  <cp:revision>2</cp:revision>
  <dcterms:created xsi:type="dcterms:W3CDTF">2013-01-27T09:14:16Z</dcterms:created>
  <dcterms:modified xsi:type="dcterms:W3CDTF">2026-02-24T12:09:11Z</dcterms:modified>
  <cp:category/>
</cp:coreProperties>
</file>